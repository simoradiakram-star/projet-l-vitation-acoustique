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nb8yck3/D/Ntxc3Ql1lVHeiVd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420761" y="3075057"/>
            <a:ext cx="93504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MISE EN PLACE DES TRANSDUCTEURS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611" y="494589"/>
            <a:ext cx="11106778" cy="586882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>
            <a:off x="2774317" y="494588"/>
            <a:ext cx="578483" cy="518135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 Création des transducteurs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96" y="440203"/>
            <a:ext cx="11237407" cy="597759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1.3 Création des transducteurs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013" y="640339"/>
            <a:ext cx="10523974" cy="557732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2145054" y="569818"/>
            <a:ext cx="578483" cy="518135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200292" y="569818"/>
            <a:ext cx="578483" cy="518135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 rot="10800000">
            <a:off x="1545287" y="3283974"/>
            <a:ext cx="599767" cy="50144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" name="Google Shape;106;p4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1.3 Création des transducteurs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118" y="697713"/>
            <a:ext cx="10327764" cy="54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/>
        </p:nvSpPr>
        <p:spPr>
          <a:xfrm>
            <a:off x="2546555" y="6272981"/>
            <a:ext cx="70988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Crtl + cliquer sur chaque transducer en suivant l’ordre des flèches</a:t>
            </a:r>
            <a:endParaRPr/>
          </a:p>
        </p:txBody>
      </p:sp>
      <p:cxnSp>
        <p:nvCxnSpPr>
          <p:cNvPr id="113" name="Google Shape;113;p5"/>
          <p:cNvCxnSpPr/>
          <p:nvPr/>
        </p:nvCxnSpPr>
        <p:spPr>
          <a:xfrm>
            <a:off x="3077497" y="5624052"/>
            <a:ext cx="458183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" name="Google Shape;114;p5"/>
          <p:cNvCxnSpPr/>
          <p:nvPr/>
        </p:nvCxnSpPr>
        <p:spPr>
          <a:xfrm rot="10800000">
            <a:off x="7511845" y="4916129"/>
            <a:ext cx="176981" cy="71775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" name="Google Shape;115;p5"/>
          <p:cNvCxnSpPr/>
          <p:nvPr/>
        </p:nvCxnSpPr>
        <p:spPr>
          <a:xfrm rot="10800000">
            <a:off x="3077497" y="4847303"/>
            <a:ext cx="4424516" cy="68826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" name="Google Shape;116;p5"/>
          <p:cNvCxnSpPr/>
          <p:nvPr/>
        </p:nvCxnSpPr>
        <p:spPr>
          <a:xfrm flipH="1" rot="10800000">
            <a:off x="3077497" y="4336025"/>
            <a:ext cx="127819" cy="491614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" name="Google Shape;117;p5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 Ordonnancement des transducteurs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989" y="775329"/>
            <a:ext cx="10064021" cy="530734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0628671" y="4237703"/>
            <a:ext cx="580103" cy="629265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2.2 Ordonnancement des transducteurs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578" y="597990"/>
            <a:ext cx="10704844" cy="5662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9674942" y="3034480"/>
            <a:ext cx="766916" cy="789039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3.1 Connecter la carte Arduino MEGA et téléverser l’arduino méga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1420761" y="3075057"/>
            <a:ext cx="935047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ASSIGNATION DES TRANSDUCTEURS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883" y="731650"/>
            <a:ext cx="10162233" cy="53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4.1 Démarrage de l’assignation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175" y="625526"/>
            <a:ext cx="10621650" cy="56069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/>
          <p:nvPr/>
        </p:nvSpPr>
        <p:spPr>
          <a:xfrm>
            <a:off x="4719484" y="1337187"/>
            <a:ext cx="580103" cy="52111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4.2 Connecter la carte Arduino NANO et téléverser le code assignation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28" y="524221"/>
            <a:ext cx="11016343" cy="580955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/>
          <p:nvPr/>
        </p:nvSpPr>
        <p:spPr>
          <a:xfrm>
            <a:off x="3539614" y="1927122"/>
            <a:ext cx="471948" cy="491613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4.3 Cliquer sur start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974" y="871506"/>
            <a:ext cx="10332103" cy="581271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4.4 Mesurer la phase et l’amplitude de chaque transducteur cliquer sur check à chaque fois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446" y="475565"/>
            <a:ext cx="10599107" cy="590686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3"/>
          <p:cNvSpPr/>
          <p:nvPr/>
        </p:nvSpPr>
        <p:spPr>
          <a:xfrm>
            <a:off x="8209936" y="1907458"/>
            <a:ext cx="501445" cy="432619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4.2 Cliquer sur Next si pour un transducteur cela ne marche pas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022" y="531171"/>
            <a:ext cx="10935956" cy="579565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 txBox="1"/>
          <p:nvPr/>
        </p:nvSpPr>
        <p:spPr>
          <a:xfrm>
            <a:off x="432619" y="78658"/>
            <a:ext cx="9783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4.3 Sauvegarder le fichier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2025-05-12T11:28:40Z</dcterms:created>
  <dc:creator>Malo Beillard</dc:creator>
</cp:coreProperties>
</file>